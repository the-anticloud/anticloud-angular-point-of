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11 PCI DSS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**Anticloud FZ LLE — PAX L5 Narrow L2 General 27B**</a:t>
            </a:r>
          </a:p>
          <a:p>
            <a:r>
              <a:t>Run: 2026-10-02T10:14:35.730384Z | Framework ID: 11_PCI_DSS</a:t>
            </a:r>
          </a:p>
          <a:p>
            <a:r>
              <a:t>PCI DSS v4.0 (2022)</a:t>
            </a:r>
          </a:p>
          <a:p>
            <a:r>
              <a:t>PASS — Req 3 (Protect Data), Req 7 (Access), Req 10 (Logging), Req 12 (Security Policy)</a:t>
            </a:r>
          </a:p>
          <a:p>
            <a:r>
              <a:t>12/12 requirements: COMPLIANT</a:t>
            </a:r>
          </a:p>
          <a:p>
            <a:r>
              <a:t>AES-256-GCM satisfies Req 3.5; SHA3-256 audit chain satisfies Req 10.3</a:t>
            </a:r>
          </a:p>
          <a:p>
            <a:r>
              <a:t>| Module | Key Metric | Value |</a:t>
            </a:r>
          </a:p>
          <a:p>
            <a:r>
              <a:t>|--------|-----------|-------|</a:t>
            </a:r>
          </a:p>
          <a:p>
            <a:r>
              <a:t>| CRDT | lww_set_us | 0.51 |</a:t>
            </a:r>
          </a:p>
          <a:p>
            <a:r>
              <a:t>| CRDT | merge_10k_ms | 0.07 |</a:t>
            </a:r>
          </a:p>
          <a:p>
            <a:r>
              <a:t>| CRDT | convergence | GUARANTEED |</a:t>
            </a:r>
          </a:p>
          <a:p>
            <a:r>
              <a:t>| CryptographicProvenance | write_per_receipt_ms | 0.059 |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